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91F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GRATIS EN VIVO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1072865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crear una agencia que facture</a:t>
            </a:r>
            <a:endParaRPr lang="en-US" sz="4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$10,000 al mes vendiendo servicios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producto propio. Sin experiencia previa. Desde tu casa.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21208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Giuliano Cisneros  ·  Fundador de Haztuagencia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VAS A APRENDER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cosas que cambian el juego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911535" cy="1234440"/>
          </a:xfrm>
          <a:prstGeom prst="roundRect">
            <a:avLst>
              <a:gd name="adj" fmla="val 7407"/>
            </a:avLst>
          </a:prstGeom>
          <a:solidFill>
            <a:srgbClr val="161E2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487168"/>
            <a:ext cx="502920" cy="502920"/>
          </a:xfrm>
          <a:prstGeom prst="ellipse">
            <a:avLst/>
          </a:prstGeom>
          <a:solidFill>
            <a:srgbClr val="2E91F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87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286000"/>
            <a:ext cx="9631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servicio vender primero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2724912"/>
            <a:ext cx="96313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 #1 es vender el servicio equivocado. Las 3 reglas para elegir el que el mercado ya está pagando.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10911535" cy="1234440"/>
          </a:xfrm>
          <a:prstGeom prst="roundRect">
            <a:avLst>
              <a:gd name="adj" fmla="val 7407"/>
            </a:avLst>
          </a:prstGeom>
          <a:solidFill>
            <a:srgbClr val="161E2A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904488"/>
            <a:ext cx="502920" cy="502920"/>
          </a:xfrm>
          <a:prstGeom prst="ellipse">
            <a:avLst/>
          </a:prstGeom>
          <a:solidFill>
            <a:srgbClr val="2E91F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904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3703320"/>
            <a:ext cx="9631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cerrar sin sonar a vendedor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45920" y="4142232"/>
            <a:ext cx="96313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script exacto para la primera llamada. Cómo manejar el precio y el "lo voy a pensar".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937760"/>
            <a:ext cx="10911535" cy="1234440"/>
          </a:xfrm>
          <a:prstGeom prst="roundRect">
            <a:avLst>
              <a:gd name="adj" fmla="val 7407"/>
            </a:avLst>
          </a:prstGeom>
          <a:solidFill>
            <a:srgbClr val="161E2A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5321808"/>
            <a:ext cx="502920" cy="502920"/>
          </a:xfrm>
          <a:prstGeom prst="ellipse">
            <a:avLst/>
          </a:prstGeom>
          <a:solidFill>
            <a:srgbClr val="2E91F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321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5120640"/>
            <a:ext cx="9631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dónde salen tus primeros clientes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45920" y="5559552"/>
            <a:ext cx="96313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audiencia, sin seguidores, sin contenido viral. De dónde salen cuando empiezas de cero.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HAZTUAGENCIA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EMPEZAR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Quédate hasta el final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no es una charla motivacional. Es un plan. Si lo sigues, funciona.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10911535" cy="2194560"/>
          </a:xfrm>
          <a:prstGeom prst="roundRect">
            <a:avLst>
              <a:gd name="adj" fmla="val 5000"/>
            </a:avLst>
          </a:prstGeom>
          <a:solidFill>
            <a:srgbClr val="161E2A"/>
          </a:solidFill>
          <a:ln w="19050">
            <a:solidFill>
              <a:srgbClr val="2E91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383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🎁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2377440" y="3383280"/>
            <a:ext cx="8899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un regalo solo para quienes están en vivo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377440" y="406908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entrega al final de la clase y no está en la repetición. Apaga las distracciones y quédate.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HAZTUAGENCIA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7180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HISTORIA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33832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un empleo sin rumbo a $70,000 en un mes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44348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confiar en lo que estás a punto de aprender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HAZTUAGENCIA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HISTORIA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Empecé exactamente donde estás tú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084832"/>
            <a:ext cx="164592" cy="164592"/>
          </a:xfrm>
          <a:prstGeom prst="ellipse">
            <a:avLst/>
          </a:prstGeom>
          <a:solidFill>
            <a:srgbClr val="2E91FC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965960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Estaba en un empleo tradicional, sin rumbo, con las mismas dudas que tú tienes hoy.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64592" cy="164592"/>
          </a:xfrm>
          <a:prstGeom prst="ellipse">
            <a:avLst/>
          </a:prstGeom>
          <a:solidFill>
            <a:srgbClr val="2E91FC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7157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Probé varias cosas y fracasé. Cursos que no apliqué, ideas que no pegaron.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584448"/>
            <a:ext cx="164592" cy="164592"/>
          </a:xfrm>
          <a:prstGeom prst="ellipse">
            <a:avLst/>
          </a:prstGeom>
          <a:solidFill>
            <a:srgbClr val="2E91FC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465576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que entendí algo: no necesitaba un producto propio. Solo vender un servicio que el negocio ya necesita.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4334256"/>
            <a:ext cx="164592" cy="164592"/>
          </a:xfrm>
          <a:prstGeom prst="ellipse">
            <a:avLst/>
          </a:prstGeom>
          <a:solidFill>
            <a:srgbClr val="2E91FC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215384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Cerré mi primer cliente. Eso lo cambió todo.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5084064"/>
            <a:ext cx="164592" cy="164592"/>
          </a:xfrm>
          <a:prstGeom prst="ellipse">
            <a:avLst/>
          </a:prstGeom>
          <a:solidFill>
            <a:srgbClr val="2E91FC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965192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facturo más de $70,000 en un mes y entrené a 300+ latinos en USA para hacer lo mismo.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HAZTUAGENCIA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se resume en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107286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secretos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uno rompe una de las tres mentiras que te tienen estancado.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HAZTUAGENCIA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61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640080" y="297180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SECRETO 1 · EL VEHÍCULO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 lo que el negocio ya paga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44348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Rompe: "necesito un producto o algo propio que vender"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HAZTUAGENCIA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SECRETO 1 · EL VEHÍCULO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 un servicio que el negocio ya paga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3 reglas para elegir tu primer servicio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393338" cy="2743200"/>
          </a:xfrm>
          <a:prstGeom prst="roundRect">
            <a:avLst>
              <a:gd name="adj" fmla="val 3333"/>
            </a:avLst>
          </a:prstGeom>
          <a:solidFill>
            <a:srgbClr val="161E2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432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284469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ya gasten en eso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4526280"/>
            <a:ext cx="284469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pagan por ads, vender ads es más fácil que vender contenido.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9178" y="2468880"/>
            <a:ext cx="3393338" cy="2743200"/>
          </a:xfrm>
          <a:prstGeom prst="roundRect">
            <a:avLst>
              <a:gd name="adj" fmla="val 3333"/>
            </a:avLst>
          </a:prstGeom>
          <a:solidFill>
            <a:srgbClr val="161E2A"/>
          </a:solidFill>
          <a:ln/>
        </p:spPr>
      </p:sp>
      <p:sp>
        <p:nvSpPr>
          <p:cNvPr id="10" name="Text 8"/>
          <p:cNvSpPr/>
          <p:nvPr/>
        </p:nvSpPr>
        <p:spPr>
          <a:xfrm>
            <a:off x="4673498" y="27432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673498" y="3611880"/>
            <a:ext cx="284469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lo entregues en &lt; 2 h/día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73498" y="4526280"/>
            <a:ext cx="284469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primera venta no es para volverte experto. Es para validar que cierras.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8277" y="2468880"/>
            <a:ext cx="3393338" cy="2743200"/>
          </a:xfrm>
          <a:prstGeom prst="roundRect">
            <a:avLst>
              <a:gd name="adj" fmla="val 3333"/>
            </a:avLst>
          </a:prstGeom>
          <a:solidFill>
            <a:srgbClr val="161E2A"/>
          </a:solidFill>
          <a:ln/>
        </p:spPr>
      </p:sp>
      <p:sp>
        <p:nvSpPr>
          <p:cNvPr id="14" name="Text 12"/>
          <p:cNvSpPr/>
          <p:nvPr/>
        </p:nvSpPr>
        <p:spPr>
          <a:xfrm>
            <a:off x="8432597" y="27432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432597" y="3611880"/>
            <a:ext cx="284469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se mida en una sola métrica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32597" y="4526280"/>
            <a:ext cx="284469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"10 leads al mes", "12 reels", "$1,000 de pauta". Una métrica clara.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HAZTUAGENCIA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SECRETO 1 · CASO REAL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91153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"Eligió un solo servicio y cerró en semanas"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94484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alumno dejó de querer venderlo todo. Se enfocó en un servicio que el negocio ya pagaba. Cerró su primer cliente en cuestión de semanas.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HAZTUAGENCIA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61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640080" y="297180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SECRETO 2 · EL CIERRE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cierre es un script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44348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Rompe: "no sé vender / soy malo vendiendo"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HAZTUAGENCIA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SECRETO 2 · EL CIERRE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cierre es un script, no un talento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primera llamada en 4 pasos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548640" cy="548640"/>
          </a:xfrm>
          <a:prstGeom prst="ellipse">
            <a:avLst/>
          </a:prstGeom>
          <a:solidFill>
            <a:srgbClr val="2E91F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45059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297680" y="2450592"/>
            <a:ext cx="72539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Rompe el hielo y entiende su situación antes de proponer nada.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337560"/>
            <a:ext cx="548640" cy="548640"/>
          </a:xfrm>
          <a:prstGeom prst="ellipse">
            <a:avLst/>
          </a:prstGeom>
          <a:solidFill>
            <a:srgbClr val="2E91F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331927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297680" y="3319272"/>
            <a:ext cx="72539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 las preguntas que destapan el problema que tú resuelves.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206240"/>
            <a:ext cx="548640" cy="548640"/>
          </a:xfrm>
          <a:prstGeom prst="ellipse">
            <a:avLst/>
          </a:prstGeom>
          <a:solidFill>
            <a:srgbClr val="2E91F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760" y="418795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Propón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297680" y="4187952"/>
            <a:ext cx="72539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 el servicio como el puente a lo que ya quieren.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5074920"/>
            <a:ext cx="548640" cy="548640"/>
          </a:xfrm>
          <a:prstGeom prst="ellipse">
            <a:avLst/>
          </a:prstGeom>
          <a:solidFill>
            <a:srgbClr val="2E91F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074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08760" y="50566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Cierra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297680" y="5056632"/>
            <a:ext cx="72539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Maneja el precio y el "lo voy a pensar" con calma. Pide la decisión.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HAZTUAGENCIA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SECRETO 2 · CASO REAL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91153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"Era tímido y cerró siguiendo el script"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94484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tenía labia ni experiencia. Siguió el guion al pie de la letra en su primera llamada. La habilidad llegó después. El cierre llegó primero.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HAZTUAGENCIA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61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640080" y="297180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SECRETO 3 · EL TRÁFICO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primeros clientes salen de una lista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44348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Rompe: "necesito audiencia o seguidores"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HAZTUAGENCIA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SECRETO 3 · EL TRÁFICO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 primeros clientes no salen de una audiencia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Salen de una lista de prospección bien hecha.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10911535" cy="2011680"/>
          </a:xfrm>
          <a:prstGeom prst="roundRect">
            <a:avLst>
              <a:gd name="adj" fmla="val 5455"/>
            </a:avLst>
          </a:prstGeom>
          <a:solidFill>
            <a:srgbClr val="161E2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474720"/>
            <a:ext cx="101800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necesitas: </a:t>
            </a:r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 de seguidores, contenido viral, ni gastar en ads para conseguir tus primeros 10 prospectos.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4297680"/>
            <a:ext cx="101800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Necesitas: </a:t>
            </a:r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saber a quién escribir, qué decir y cómo hacer el primer contacto sin sonar desesperado.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HAZTUAGENCIA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SECRETO 3 · CASO REAL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91153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"Cerró su primer cliente sin una sola publicación"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94484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seguidores, cero contenido. Solo prospección directa con el mensaje correcto. El primer cliente no vino de una audiencia. Vino de una lista.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HAZTUAGENCIA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TIENES EL MAPA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Vehículo. Cierre. Tráfico.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pregunta es: ¿lo haces solo o con ayuda?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mayoría no falla por falta de información. Falla porque cuando se traba, no tiene a quién preguntar. Y ahí se rinde.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HAZTUAGENCIA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OFERTA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Haztuagencia VIP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completo, con acompañamiento real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2395728"/>
            <a:ext cx="99971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paso a paso: qué vender, cómo cerrar, cómo entregar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990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962656"/>
            <a:ext cx="99971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de venta listos para usar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5570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3529584"/>
            <a:ext cx="99971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nichos validados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123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4096512"/>
            <a:ext cx="99971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 activa de alumnos que ya cerraron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4690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4663440"/>
            <a:ext cx="99971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Sesiones grupales en vivo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5257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5230368"/>
            <a:ext cx="99971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cuando te trabas (el diferenciador real)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HAZTUAGENCIA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VALOR REAL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paga con tu primer cliente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120640" cy="2743200"/>
          </a:xfrm>
          <a:prstGeom prst="roundRect">
            <a:avLst>
              <a:gd name="adj" fmla="val 4000"/>
            </a:avLst>
          </a:prstGeom>
          <a:solidFill>
            <a:srgbClr val="161E2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6060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$1,500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mes, un solo cliente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cliente de manejo de redes cubre la inversión completa. El segundo ya es ganancia.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2194560"/>
            <a:ext cx="5212080" cy="2743200"/>
          </a:xfrm>
          <a:prstGeom prst="roundRect">
            <a:avLst>
              <a:gd name="adj" fmla="val 4000"/>
            </a:avLst>
          </a:prstGeom>
          <a:solidFill>
            <a:srgbClr val="2E91FC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6060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precio se explica en la llamada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83680" y="3611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entra cualquiera. Entra el que va a aplicar lo que aprende. Por eso es por aplicación.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HAZTUAGENCIA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EN VIVO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Bono para quienes están hoy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0911535" cy="1828800"/>
          </a:xfrm>
          <a:prstGeom prst="roundRect">
            <a:avLst>
              <a:gd name="adj" fmla="val 6000"/>
            </a:avLst>
          </a:prstGeom>
          <a:solidFill>
            <a:srgbClr val="161E2A"/>
          </a:solidFill>
          <a:ln w="19050">
            <a:solidFill>
              <a:srgbClr val="2E91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697480"/>
            <a:ext cx="9997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🎁  Sesión de bienvenida 1:1 + auditoría de tu primer pitch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3383280"/>
            <a:ext cx="99971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Vence al cerrar esta clase. No está en la repetición.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Garantía: si haces el trabajo y sigues el sistema, tienes el respaldo del grupo en cada paso.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HAZTUAGENCIA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CIERRE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Tienes dos caminos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212080" cy="2926080"/>
          </a:xfrm>
          <a:prstGeom prst="roundRect">
            <a:avLst>
              <a:gd name="adj" fmla="val 3750"/>
            </a:avLst>
          </a:prstGeom>
          <a:solidFill>
            <a:srgbClr val="161E2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774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Seguir igual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Volver mañana al mismo día de siempre y esperar que algo cambie solo.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2103120"/>
            <a:ext cx="5212080" cy="2926080"/>
          </a:xfrm>
          <a:prstGeom prst="roundRect">
            <a:avLst>
              <a:gd name="adj" fmla="val 3750"/>
            </a:avLst>
          </a:prstGeom>
          <a:solidFill>
            <a:srgbClr val="2E91F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3774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algo tuyo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0" y="301752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 el primer paso hoy, con un grupo que ya llegó donde tú quieres llegar.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HAZTUAGENCIA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91F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 para una llamada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 2 minutos. Si calificas, hablamos esta semana.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270248" y="4114800"/>
            <a:ext cx="3657600" cy="822960"/>
          </a:xfrm>
          <a:prstGeom prst="roundRect">
            <a:avLst>
              <a:gd name="adj" fmla="val 13333"/>
            </a:avLst>
          </a:prstGeom>
          <a:solidFill>
            <a:srgbClr val="2E91FC"/>
          </a:solidFill>
          <a:ln/>
        </p:spPr>
      </p:sp>
      <p:sp>
        <p:nvSpPr>
          <p:cNvPr id="6" name="Text 4"/>
          <p:cNvSpPr/>
          <p:nvPr/>
        </p:nvSpPr>
        <p:spPr>
          <a:xfrm>
            <a:off x="4270248" y="41148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AHORA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21208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calificas, nos vemos del otro lado. Si no, te llevas el mapa.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107286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731520" y="365760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9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respondemos en vivo, ahora mismo.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75488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Haztuagencia  ·  Giuliano Cisneros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Haztuagencia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Webinar - Haztuagencia</dc:title>
  <dc:subject>PptxGenJS Presentation</dc:subject>
  <dc:creator>Zytrom</dc:creator>
  <cp:lastModifiedBy>Zytrom</cp:lastModifiedBy>
  <cp:revision>1</cp:revision>
  <dcterms:created xsi:type="dcterms:W3CDTF">2026-06-07T06:05:49Z</dcterms:created>
  <dcterms:modified xsi:type="dcterms:W3CDTF">2026-06-07T06:05:49Z</dcterms:modified>
</cp:coreProperties>
</file>