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GRATIS EN VIVO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crear una agencia que facture</a:t>
            </a:r>
            <a:endParaRPr lang="en-US" sz="4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$10,000 al mes vendiendo servicios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producto propio. Sin experiencia previa. Desde tu casa.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Giuliano Cisneros  ·  Fundador de Haztuagencia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VAS A APRENDER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cosas que cambian el juego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1234440"/>
          </a:xfrm>
          <a:prstGeom prst="roundRect">
            <a:avLst>
              <a:gd name="adj" fmla="val 7407"/>
            </a:avLst>
          </a:prstGeom>
          <a:solidFill>
            <a:srgbClr val="161E2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487168"/>
            <a:ext cx="502920" cy="502920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4871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28600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servicio vender primero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724912"/>
            <a:ext cx="96313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error #1 es vender el servicio equivocado. Las 3 reglas para elegir el que el mercado ya está pagando.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911535" cy="1234440"/>
          </a:xfrm>
          <a:prstGeom prst="roundRect">
            <a:avLst>
              <a:gd name="adj" fmla="val 7407"/>
            </a:avLst>
          </a:prstGeom>
          <a:solidFill>
            <a:srgbClr val="161E2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14400" y="3904488"/>
            <a:ext cx="502920" cy="502920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39044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370332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cerrar sin sonar a vendedor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45920" y="4142232"/>
            <a:ext cx="96313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script exacto para la primera llamada. Cómo manejar el precio y el "lo voy a pensar".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937760"/>
            <a:ext cx="10911535" cy="1234440"/>
          </a:xfrm>
          <a:prstGeom prst="roundRect">
            <a:avLst>
              <a:gd name="adj" fmla="val 7407"/>
            </a:avLst>
          </a:prstGeom>
          <a:solidFill>
            <a:srgbClr val="161E2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14400" y="5321808"/>
            <a:ext cx="502920" cy="502920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5321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5120640"/>
            <a:ext cx="96313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salen tus primeros clientes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45920" y="5559552"/>
            <a:ext cx="96313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audiencia, sin seguidores, sin contenido viral. De dónde salen cuando empiezas de cero.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EMPEZAR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Quédate hasta el final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no es una charla motivacional. Es un plan. Si lo sigues, funciona.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10911535" cy="2194560"/>
          </a:xfrm>
          <a:prstGeom prst="roundRect">
            <a:avLst>
              <a:gd name="adj" fmla="val 5000"/>
            </a:avLst>
          </a:prstGeom>
          <a:solidFill>
            <a:srgbClr val="161E2A"/>
          </a:solidFill>
          <a:ln w="19050">
            <a:solidFill>
              <a:srgbClr val="2E91F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33832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🎁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377440" y="3383280"/>
            <a:ext cx="88998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un regalo solo para quienes están en vivo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0" y="4069080"/>
            <a:ext cx="8899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entrega al final de la clase y no está en la repetición. Apaga las distracciones y quédate.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718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 HISTORIA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un empleo sin rumbo a $80,000 en un mes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4434840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confiar en lo que estás a punto de aprender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 HISTORIA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Empecé exactamente donde estás tú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84832"/>
            <a:ext cx="164592" cy="164592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43000" y="1965960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Estaba en un empleo tradicional, sin rumbo, con las mismas dudas que tú tienes hoy.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64592" cy="164592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43000" y="2715768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Probé varias cosas y fracasé. Cursos que no apliqué, ideas que no pegaron.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584448"/>
            <a:ext cx="164592" cy="164592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143000" y="3465576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entendí algo: no necesitaba un producto propio. Solo vender un servicio que el negocio ya necesita.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334256"/>
            <a:ext cx="164592" cy="164592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143000" y="4215384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Cerré mi primer cliente. Eso lo cambió todo.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5084064"/>
            <a:ext cx="164592" cy="164592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43000" y="4965192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facturo más de $80,000 en un mes y entrené a 350+ latinos en USA para hacer lo mismo.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se resume en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7286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secretos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rompe una de las tres mentiras que te tienen estancado.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61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640080" y="29718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 1 · EL VEHÍCULO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 lo que el negocio ya paga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434840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Rompe: "necesito un producto o algo propio que vender"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 1 · EL VEHÍCULO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 un servicio que el negocio ya paga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3 reglas para elegir tu primer servicio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393338" cy="2743200"/>
          </a:xfrm>
          <a:prstGeom prst="roundRect">
            <a:avLst>
              <a:gd name="adj" fmla="val 3333"/>
            </a:avLst>
          </a:prstGeom>
          <a:solidFill>
            <a:srgbClr val="161E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7432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284469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ya gasten en eso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4526280"/>
            <a:ext cx="28446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pagan por ads, vender ads es más fácil que vender contenido.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2468880"/>
            <a:ext cx="3393338" cy="2743200"/>
          </a:xfrm>
          <a:prstGeom prst="roundRect">
            <a:avLst>
              <a:gd name="adj" fmla="val 3333"/>
            </a:avLst>
          </a:prstGeom>
          <a:solidFill>
            <a:srgbClr val="161E2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73498" y="27432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673498" y="3611880"/>
            <a:ext cx="284469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lo entregues en &lt; 2 h/día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73498" y="4526280"/>
            <a:ext cx="28446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venta no es para volverte experto. Es para validar que cierras.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2468880"/>
            <a:ext cx="3393338" cy="2743200"/>
          </a:xfrm>
          <a:prstGeom prst="roundRect">
            <a:avLst>
              <a:gd name="adj" fmla="val 3333"/>
            </a:avLst>
          </a:prstGeom>
          <a:solidFill>
            <a:srgbClr val="161E2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32597" y="27432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432597" y="3611880"/>
            <a:ext cx="284469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se mida en una sola métrica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432597" y="4526280"/>
            <a:ext cx="28446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 leads al mes", "12 reels", "$1,000 de pauta". Una métrica clara.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 1 · CASO REAL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9115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Rubén Hernández · $15,000 al 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4484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Alumno del modelo Haztuagencia. Hoy factura $15,000 al mes vendiendo servicios a negocios. Su testimonio completo está grabado en video.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61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640080" y="29718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 2 · EL CIERRE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cierre es un script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434840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Rompe: "no sé vender / soy malo vendiendo"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 2 · EL CIERRE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cierre es un script, no un talento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llamada en 4 pasos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45059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297680" y="2450592"/>
            <a:ext cx="7253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Rompe el hielo y entiende su situación antes de proponer nada.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548640" cy="548640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3337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331927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297680" y="3319272"/>
            <a:ext cx="7253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 las preguntas que destapan el problema que tú resuelves.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206240"/>
            <a:ext cx="548640" cy="548640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4206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418795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297680" y="4187952"/>
            <a:ext cx="7253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 el servicio como el puente a lo que ya quieren.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5074920"/>
            <a:ext cx="548640" cy="548640"/>
          </a:xfrm>
          <a:prstGeom prst="ellipse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31520" y="5074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08760" y="505663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Cierra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297680" y="5056632"/>
            <a:ext cx="72539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Maneja el precio y el "lo voy a pensar" con calma. Pide la decisión.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 2 · CASO REAL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9115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Juan Pablo Vallejo · $10,800 al 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4484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Alumno del modelo Haztuagencia. Hoy factura $10,800 al mes vendiendo servicios a negocios. Su testimonio completo está grabado en video.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61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640080" y="29718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 3 · EL TRÁFICO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primeros clientes salen de una lista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434840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Rompe: "necesito audiencia o seguidores"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 3 · EL TRÁFICO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 primeros clientes no salen de una audiencia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Salen de una lista de prospección bien hecha.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10911535" cy="2011680"/>
          </a:xfrm>
          <a:prstGeom prst="roundRect">
            <a:avLst>
              <a:gd name="adj" fmla="val 5455"/>
            </a:avLst>
          </a:prstGeom>
          <a:solidFill>
            <a:srgbClr val="161E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3474720"/>
            <a:ext cx="101800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necesitas: </a:t>
            </a:r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 de seguidores, contenido viral, ni gastar en ads para conseguir tus primeros 10 prospectos.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4297680"/>
            <a:ext cx="101800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Necesitas: </a:t>
            </a:r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a quién escribir, qué decir y cómo hacer el primer contacto sin sonar desesperado.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SECRETO 3 · CASO REAL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9115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Dayanne Rojas · $9,000 al 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4484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Alumna del modelo Haztuagencia. Hoy factura $9,000 al mes vendiendo servicios a negocios. Su testimonio completo está grabado en video.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TIENES EL MAPA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Vehículo. Cierre. Tráfico.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es: ¿lo haces solo o con ayuda?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mayoría no falla por falta de información. Falla porque cuando se traba, no tiene a quién preguntar. Y ahí se rinde.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OFERTA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 VIP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completo, con acompañamiento real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239572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paso a paso: qué vender, cómo cerrar, cómo entregar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2962656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 de venta listos para usar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5570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3529584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nichos validados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41239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4096512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 activa: Rubén, Juan Pablo, Dayanne y más resultados en video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46908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4663440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grupales en vivo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257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523036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Soporte cuando te trabas (el diferenciador real)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VALOR REAL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paga con tu primer cliente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161E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60604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mes, un solo cliente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cliente de manejo de redes cubre la inversión completa. El segundo ya es ganancia.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5212080" cy="2743200"/>
          </a:xfrm>
          <a:prstGeom prst="roundRect">
            <a:avLst>
              <a:gd name="adj" fmla="val 4000"/>
            </a:avLst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0" y="260604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precio se explica en la llamada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0" y="361188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entra cualquiera. Entra el que va a aplicar lo que aprende. Por eso es por aplicación.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EN VIVO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Bono para quienes están hoy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161E2A"/>
          </a:solidFill>
          <a:ln w="19050">
            <a:solidFill>
              <a:srgbClr val="2E91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7280" y="2697480"/>
            <a:ext cx="99971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🎁  Sesión de bienvenida 1:1 + auditoría de tu primer pitch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383280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Vence al cerrar esta clase. No está en la repetición.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57200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Garantía: si haces el trabajo y sigues el sistema, tienes el respaldo del grupo en cada paso. El grupo de Jerónimo ($8,000/mes), Leonardo ($6,000/mes) y David ($3,250/mes).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CIERRE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Tienes dos caminos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12080" cy="2926080"/>
          </a:xfrm>
          <a:prstGeom prst="roundRect">
            <a:avLst>
              <a:gd name="adj" fmla="val 3750"/>
            </a:avLst>
          </a:prstGeom>
          <a:solidFill>
            <a:srgbClr val="161E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3774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igual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Volver mañana al mismo día de siempre y esperar que algo cambie solo.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2103120"/>
            <a:ext cx="5212080" cy="2926080"/>
          </a:xfrm>
          <a:prstGeom prst="roundRect">
            <a:avLst>
              <a:gd name="adj" fmla="val 3750"/>
            </a:avLst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0" y="23774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algo tuyo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83680" y="30175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 el primer paso hoy, con un grupo que ya llegó donde tú quieres llegar.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19456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para una llamada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 2 minutos. Si calificas, hablamos esta semana.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270248" y="4114800"/>
            <a:ext cx="3657600" cy="822960"/>
          </a:xfrm>
          <a:prstGeom prst="roundRect">
            <a:avLst>
              <a:gd name="adj" fmla="val 13333"/>
            </a:avLst>
          </a:prstGeom>
          <a:solidFill>
            <a:srgbClr val="2E91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270248" y="41148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AHORA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21208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calificas, nos vemos del otro lado. Si no, te llevas el mapa.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9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respondemos en vivo, ahora mismo.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7548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Haztuagencia  ·  Giuliano Cisneros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Haztuagencia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- Haztuagencia</dc:title>
  <dc:subject>PptxGenJS Presentation</dc:subject>
  <dc:creator>Zytrom</dc:creator>
  <cp:lastModifiedBy>Zytrom</cp:lastModifiedBy>
  <cp:revision>1</cp:revision>
  <dcterms:created xsi:type="dcterms:W3CDTF">2026-06-07T06:05:49Z</dcterms:created>
  <dcterms:modified xsi:type="dcterms:W3CDTF">2026-06-07T06:05:49Z</dcterms:modified>
</cp:coreProperties>
</file>